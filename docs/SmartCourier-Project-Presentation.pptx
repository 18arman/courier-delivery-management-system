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9601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3867"/>
                </a:solidFill>
                <a:latin typeface="Aptos Display"/>
              </a:rPr>
              <a:t>SmartCourier Delivery Management System</a:t>
            </a:r>
          </a:p>
          <a:p>
            <a:pPr>
              <a:defRPr sz="1700">
                <a:solidFill>
                  <a:srgbClr val="626E7D"/>
                </a:solidFill>
                <a:latin typeface="Aptos"/>
              </a:defRPr>
            </a:pPr>
            <a:r>
              <a:t>Spring Boot Microservices Project Presentation</a:t>
            </a:r>
            <a:br/>
            <a:r>
              <a:t>API Gateway, Eureka, Config Server, JWT, OpenFeign, RabbitMQ, Zipkin, Docker, JaCoCo, and SonarQube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282828"/>
                </a:solidFill>
                <a:latin typeface="Aptos"/>
              </a:rPr>
              <a:t>Prepared for project viva and architecture walkthrough.
This presentation explains the system from problem statement to deployment, testing, and tracing.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3867"/>
                </a:solidFill>
                <a:latin typeface="Aptos Display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E7D"/>
                </a:solidFill>
                <a:latin typeface="Aptos"/>
              </a:rPr>
              <a:t>What the system does and why a microservices approach was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920240" cy="54864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43891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3867"/>
                </a:solidFill>
                <a:latin typeface="Aptos Display"/>
              </a:rPr>
              <a:t>Business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3867"/>
                </a:solidFill>
                <a:latin typeface="Aptos Display"/>
              </a:rPr>
              <a:t>Why Microservices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Handle user signup, login, courier booking, tracking, status updates, and admin operations.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Support delivery exceptions, proof of delivery, reporting, and operational monitoring.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Provide a realistic logistics workflow instead of isolated CRUD services.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Separate authentication, delivery, tracking, and admin responsibilities.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Improve maintainability, scalability, and fault isolation.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Allow both synchronous and asynchronous interservice communication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3867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E7D"/>
                </a:solidFill>
                <a:latin typeface="Aptos"/>
              </a:rPr>
              <a:t>Platform services, business services, databases, messaging, and tracing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920240" cy="54864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43891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3867"/>
                </a:solidFill>
                <a:latin typeface="Aptos Display"/>
              </a:rPr>
              <a:t>Platform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3867"/>
                </a:solidFill>
                <a:latin typeface="Aptos Display"/>
              </a:rPr>
              <a:t>Business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API Gateway routes all external traffic to internal services.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Eureka registers and discovers service instances dynamically.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Config Server serves centralized YAML configuration from config-repo.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Zipkin receives distributed traces from gateway and all services.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Auth, Delivery, Tracking, and Admin are isolated Spring Boot services.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Each service owns its own MySQL database for data autonomy.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RabbitMQ handles asynchronous delivery events across services.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OpenFeign + LoadBalancer power synchronous admin-to-delivery calls.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3867"/>
                </a:solidFill>
                <a:latin typeface="Aptos Display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E7D"/>
                </a:solidFill>
                <a:latin typeface="Aptos"/>
              </a:rPr>
              <a:t>Core frameworks and infrastructure used in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920240" cy="54864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43891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3867"/>
                </a:solidFill>
                <a:latin typeface="Aptos Display"/>
              </a:rPr>
              <a:t>Application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3867"/>
                </a:solidFill>
                <a:latin typeface="Aptos Display"/>
              </a:rPr>
              <a:t>Infrastructure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Spring Boot 3 and Spring Cloud for microservices.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Spring Security + JWT for authentication and authorization.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Spring Data JPA + Hibernate for persistence.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Springdoc OpenAPI / Swagger UI for API documentation.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Resilience4j Circuit Breaker and Caffeine Cache in admin flows.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API Gateway for central routing.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Eureka for service discovery.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Config Server + config-repo for centralized configuration.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RabbitMQ for asynchronous event-driven communication.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Zipkin for distributed tracing, Docker Compose for deployment, SonarQube + JaCoCo for quality.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3867"/>
                </a:solidFill>
                <a:latin typeface="Aptos Display"/>
              </a:rPr>
              <a:t>Service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E7D"/>
                </a:solidFill>
                <a:latin typeface="Aptos"/>
              </a:rPr>
              <a:t>Each service has a focused responsibility and its own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920240" cy="54864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92608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7830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867"/>
                </a:solidFill>
                <a:latin typeface="Aptos Display"/>
              </a:rPr>
              <a:t>API 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14884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Aptos"/>
              </a:rPr>
              <a:t>Single entry point, route forwarding, centralized Swagger access, and discovery-based routing.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645920"/>
            <a:ext cx="292608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7952" y="17830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867"/>
                </a:solidFill>
                <a:latin typeface="Aptos Display"/>
              </a:rPr>
              <a:t>Eureka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87952" y="214884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Aptos"/>
              </a:rPr>
              <a:t>Registers services and helps gateway and Feign discover live instances dynamically.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645920"/>
            <a:ext cx="292608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71231" y="17830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867"/>
                </a:solidFill>
                <a:latin typeface="Aptos Display"/>
              </a:rPr>
              <a:t>Config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1" y="214884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Aptos"/>
              </a:rPr>
              <a:t>Serves centralized YAML configuration from config-repo to all services.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292608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9776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867"/>
                </a:solidFill>
                <a:latin typeface="Aptos Display"/>
              </a:rPr>
              <a:t>Auth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34340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Aptos"/>
              </a:rPr>
              <a:t>User signup, login, JWT generation, role-based access, and seeded admin account.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3840480"/>
            <a:ext cx="292608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87952" y="39776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867"/>
                </a:solidFill>
                <a:latin typeface="Aptos Display"/>
              </a:rPr>
              <a:t>Delivery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434340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Aptos"/>
              </a:rPr>
              <a:t>Delivery creation, charge calculation, tracking number generation, and status lifecycle.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3840480"/>
            <a:ext cx="292608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1231" y="39776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3867"/>
                </a:solidFill>
                <a:latin typeface="Aptos Display"/>
              </a:rPr>
              <a:t>Tracking + 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434340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82828"/>
                </a:solidFill>
                <a:latin typeface="Aptos"/>
              </a:rPr>
              <a:t>Tracking timeline, proof/documents, dashboard, reports, exceptions, and operational overview.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3867"/>
                </a:solidFill>
                <a:latin typeface="Aptos Display"/>
              </a:rPr>
              <a:t>Interservice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E7D"/>
                </a:solidFill>
                <a:latin typeface="Aptos"/>
              </a:rPr>
              <a:t>The project uses both synchronous and asynchronous integration styles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920240" cy="54864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43891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3867"/>
                </a:solidFill>
                <a:latin typeface="Aptos Display"/>
              </a:rPr>
              <a:t>Synchronous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3867"/>
                </a:solidFill>
                <a:latin typeface="Aptos Display"/>
              </a:rPr>
              <a:t>Asynchronous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Admin-service uses OpenFeign to call delivery-service.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Eureka + Spring Cloud LoadBalancer resolve the logical service name.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Circuit breaker protects admin flows if delivery-service is unavailable.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Used for live overviews, dashboard data, and direct operational reads.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Delivery-service publishes lifecycle events to RabbitMQ.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Tracking-service consumes events to create tracking history.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Admin-service consumes delayed/failed/returned events for exception handling.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This reduces coupling and supports eventual consistency across services.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3867"/>
                </a:solidFill>
                <a:latin typeface="Aptos Display"/>
              </a:rPr>
              <a:t>Security and 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E7D"/>
                </a:solidFill>
                <a:latin typeface="Aptos"/>
              </a:rPr>
              <a:t>Authentication is centralized while authorization is enforced service by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920240" cy="54864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  <a:latin typeface="Aptos"/>
              </a:defRPr>
            </a:pPr>
            <a:r>
              <a:t>Auth-service manages signup, login, password encoding, JWT issuance, and default admin creation.</a:t>
            </a:r>
          </a:p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  <a:latin typeface="Aptos"/>
              </a:defRPr>
            </a:pPr>
            <a:r>
              <a:t>Clients send JWT tokens in the Authorization header using the Bearer scheme.</a:t>
            </a:r>
          </a:p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  <a:latin typeface="Aptos"/>
              </a:defRPr>
            </a:pPr>
            <a:r>
              <a:t>Each service validates JWTs and enforces role-based authorization such as ROLE_CUSTOMER and ROLE_ADMIN.</a:t>
            </a:r>
          </a:p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  <a:latin typeface="Aptos"/>
              </a:defRPr>
            </a:pPr>
            <a:r>
              <a:t>SecurityConfig classes define protected routes, public endpoints, and CORS handling.</a:t>
            </a:r>
          </a:p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  <a:latin typeface="Aptos"/>
              </a:defRPr>
            </a:pPr>
            <a:r>
              <a:t>Gateway makes testing easier, but security remains enforced inside each business service.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3867"/>
                </a:solidFill>
                <a:latin typeface="Aptos Display"/>
              </a:rPr>
              <a:t>Data Management and Caching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E7D"/>
                </a:solidFill>
                <a:latin typeface="Aptos"/>
              </a:rPr>
              <a:t>Each service owns its data while admin reads are optimized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920240" cy="54864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43891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3867"/>
                </a:solidFill>
                <a:latin typeface="Aptos Display"/>
              </a:rPr>
              <a:t>Database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3867"/>
                </a:solidFill>
                <a:latin typeface="Aptos Display"/>
              </a:rPr>
              <a:t>Caching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Every business service uses its own MySQL database.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This avoids tight coupling and follows the database-per-service microservices pattern.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JPA entities, repositories, and service layers keep persistence clean and maintainable.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Admin-service uses Caffeine for repeated reads such as dashboard and overview responses.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Cache reduces unnecessary repeated work and improves response time for read-heavy operations.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Write/update operations can invalidate or refresh cached data when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3867"/>
                </a:solidFill>
                <a:latin typeface="Aptos Display"/>
              </a:rPr>
              <a:t>API Gateway and Unified Swagger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E7D"/>
                </a:solidFill>
                <a:latin typeface="Aptos"/>
              </a:rPr>
              <a:t>All service APIs can now be accessed from one gateway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920240" cy="54864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  <a:latin typeface="Aptos"/>
              </a:defRPr>
            </a:pPr>
            <a:r>
              <a:t>Gateway Swagger UI shows a dropdown for gateway, auth-service, delivery-service, tracking-service, and admin-service.</a:t>
            </a:r>
          </a:p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  <a:latin typeface="Aptos"/>
              </a:defRPr>
            </a:pPr>
            <a:r>
              <a:t>OpenAPI docs for downstream services are proxied through the gateway using /v3/api-docs/... routes.</a:t>
            </a:r>
          </a:p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  <a:latin typeface="Aptos"/>
              </a:defRPr>
            </a:pPr>
            <a:r>
              <a:t>Native /api/v1/... pass-through routes were added so 'Try it out' works without opening each service port manually.</a:t>
            </a:r>
          </a:p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  <a:latin typeface="Aptos"/>
              </a:defRPr>
            </a:pPr>
            <a:r>
              <a:t>This makes the system easier to demo, test, and explain during viva.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3867"/>
                </a:solidFill>
                <a:latin typeface="Aptos Display"/>
              </a:rPr>
              <a:t>Distributed Tracing with Zipkin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E7D"/>
                </a:solidFill>
                <a:latin typeface="Aptos"/>
              </a:rPr>
              <a:t>Tracing helps visualize one request across gateway and downstream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920240" cy="54864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43891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3867"/>
                </a:solidFill>
                <a:latin typeface="Aptos Display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3867"/>
                </a:solidFill>
                <a:latin typeface="Aptos Display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Micrometer tracing creates trace IDs and span IDs for requests.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Services export spans to Zipkin using the configured endpoint.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Gateway, Config Server, Eureka, and all business services contribute trace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Shows request journey across microservices in one timeline.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Helps debug latency, service dependencies, and failures.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Useful during live demos to prove distributed system behavior.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3867"/>
                </a:solidFill>
                <a:latin typeface="Aptos Display"/>
              </a:rPr>
              <a:t>Deployment and Run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E7D"/>
                </a:solidFill>
                <a:latin typeface="Aptos"/>
              </a:rPr>
              <a:t>The project is designed for a Docker-first demonstration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920240" cy="54864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Full rebuild after major changes: ./scripts/run-all-services.sh --build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Normal startup when images already exist: ./scripts/run-all-services.sh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Selective rebuild for changed services: ./scripts/rebuild-services.sh &lt;service-names&gt;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Stop all containers: ./scripts/stop-all-services.sh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Restart the platform: ./scripts/restart-all-services.sh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Core runtime URLs: gateway 8080, Eureka 8761, Config Server 8888, RabbitMQ 15672, Zipkin 9411, SonarQube 9000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3867"/>
                </a:solidFill>
                <a:latin typeface="Aptos Display"/>
              </a:rPr>
              <a:t>Testing and 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E7D"/>
                </a:solidFill>
                <a:latin typeface="Aptos"/>
              </a:rPr>
              <a:t>The project includes automated testing, coverage, and static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920240" cy="54864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43891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3867"/>
                </a:solidFill>
                <a:latin typeface="Aptos Display"/>
              </a:rPr>
              <a:t>Testing and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3867"/>
                </a:solidFill>
                <a:latin typeface="Aptos Display"/>
              </a:rPr>
              <a:t>Quality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JUnit and Mockito are used for service-layer and controller-oriented test cases.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mvn test verifies whether tests pass; BUILD SUCCESS confirms success.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mvn -Pcoverage verify generates JaCoCo reports for coverage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SonarQube reads the codebase and JaCoCo XML reports.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It highlights bugs, vulnerabilities, code smells, duplication, and maintainability.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Together, JaCoCo and SonarQube show both test depth and code quality.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3867"/>
                </a:solidFill>
                <a:latin typeface="Aptos Display"/>
              </a:rPr>
              <a:t>Suggested Live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E7D"/>
                </a:solidFill>
                <a:latin typeface="Aptos"/>
              </a:rPr>
              <a:t>A short sequence that shows the whole platform clearly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920240" cy="54864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1. Open Eureka dashboard and show registered services.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2. Open gateway Swagger and show the service dropdown.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3. Sign up or log in as customer through auth-service.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4. Log in as admin and keep the JWT token ready.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5. Create a delivery through delivery-service.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6. Fetch admin delivery overview to show Feign-based synchronous communication.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7. Update delivery status to IN_TRANSIT or DELAYED.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8. Show tracking updates and exception handling created from RabbitMQ events.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9. Open Zipkin and show the distributed trace.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10. Close with JaCoCo, SonarQube, and Docker-based deployment.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3867"/>
                </a:solidFill>
                <a:latin typeface="Aptos Display"/>
              </a:rPr>
              <a:t>Key Strengths and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26E7D"/>
                </a:solidFill>
                <a:latin typeface="Aptos"/>
              </a:rPr>
              <a:t>Why this project stands out as a complete backend microservices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920240" cy="54864"/>
          </a:xfrm>
          <a:prstGeom prst="rect">
            <a:avLst/>
          </a:prstGeom>
          <a:solidFill>
            <a:srgbClr val="22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  <a:latin typeface="Aptos"/>
              </a:defRPr>
            </a:pPr>
            <a:r>
              <a:t>Clear separation of concerns across auth, delivery, tracking, and admin services.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  <a:latin typeface="Aptos"/>
              </a:defRPr>
            </a:pPr>
            <a:r>
              <a:t>Real enterprise features: API Gateway, Eureka, Config Server, Feign, RabbitMQ, Circuit Breaker, Caching, Zipkin, Docker.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  <a:latin typeface="Aptos"/>
              </a:defRPr>
            </a:pPr>
            <a:r>
              <a:t>Security with JWT and role-based access control.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  <a:latin typeface="Aptos"/>
              </a:defRPr>
            </a:pPr>
            <a:r>
              <a:t>Operational quality with tests, JaCoCo coverage, and SonarQube analysis.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  <a:latin typeface="Aptos"/>
              </a:defRPr>
            </a:pPr>
            <a:r>
              <a:t>Ready for both GitHub portfolio presentation and academic viva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